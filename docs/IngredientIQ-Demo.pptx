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image" Target="../media/image-10-5.png"/><Relationship Id="rId8" Type="http://schemas.openxmlformats.org/officeDocument/2006/relationships/image" Target="../media/image-10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2148840"/>
            <a:ext cx="2560320" cy="256032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3" name="Image 0" descr="icon-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005" y="2507285"/>
            <a:ext cx="1843430" cy="18434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IngredientIQ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4290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ingredient safety warnings, built into how you already log food.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31520" y="6035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trackers count calories. They don't tell you what's actually in your food.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566928" cy="566928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5" name="Image 0" descr="icon-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0" y="254825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243230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&amp; flagged substances hide behind brand names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27048" y="276148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FDA-revoked additives, ingredients under active regulatory review, and "secret GRAS" extracts don't show up on a nutrition-facts summary.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EF9F27"/>
          </a:solidFill>
          <a:ln/>
        </p:spPr>
      </p:sp>
      <p:pic>
        <p:nvPicPr>
          <p:cNvPr id="9" name="Image 1" descr="icon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0" y="396557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384962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Allergens surface after the food's already logged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27048" y="417880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you've searched and tapped "Add," you've already committed — there's no warning at the moment it matters.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53035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icon-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0" y="53828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52669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 check safety without leaving the app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7048" y="55961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Researching an ingredient list means switching apps, searching the web, and reading fine print — every single time.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ingredient risk exactly where food gets logged — not as a separate research step.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icon-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71" y="32900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Inline, real-time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appear the instant you type or scan — no extra step.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10" name="Shape 7"/>
          <p:cNvSpPr/>
          <p:nvPr/>
        </p:nvSpPr>
        <p:spPr>
          <a:xfrm>
            <a:off x="47091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icon-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32900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risk spectrum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091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substances, Big 9 allergens, under-review dyes, secret GRAS.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6" name="Image 2" descr="icon-ap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32900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MacrosFirst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667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around the app already in daily use — not a generic tool.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goal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3200400"/>
            <a:ext cx="640080" cy="640080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6" name="Image 0" descr="icon-key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71" y="32900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Keyboard Extension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515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warning banner while typing directly in MacrosFirst.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32004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-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32900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7091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analysis engine + barcode lookup cascade.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3200400"/>
            <a:ext cx="640080" cy="640080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16" name="Image 2" descr="icon-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32900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Database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667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flagged ingredients across 186 specific products.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· KEYBOARD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a food name in MacrosFirst — get a live risk banner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ico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38292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27685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Swift/UIKit custom keyboard — replaces the system keyboard while active inside any app, including MacrosFirst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338328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" y="3434486"/>
            <a:ext cx="263347" cy="2633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3284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 against the bundled ingredient database — no network required to get a warning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31520" y="443484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2" descr="ico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448604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437997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end-to-end on a real iPhone: typed "milk," "Doritos," and "Diet Coke" and confirmed correct flags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040880" y="2011680"/>
            <a:ext cx="4389120" cy="3566160"/>
          </a:xfrm>
          <a:prstGeom prst="roundRect">
            <a:avLst>
              <a:gd name="adj" fmla="val 7179"/>
            </a:avLst>
          </a:prstGeom>
          <a:solidFill>
            <a:srgbClr val="081F2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269480" y="2468880"/>
            <a:ext cx="3931920" cy="685800"/>
          </a:xfrm>
          <a:prstGeom prst="roundRect">
            <a:avLst>
              <a:gd name="adj" fmla="val 8000"/>
            </a:avLst>
          </a:prstGeom>
          <a:solidFill>
            <a:srgbClr val="12405A"/>
          </a:solidFill>
          <a:ln/>
        </p:spPr>
      </p:sp>
      <p:sp>
        <p:nvSpPr>
          <p:cNvPr id="15" name="Shape 10"/>
          <p:cNvSpPr/>
          <p:nvPr/>
        </p:nvSpPr>
        <p:spPr>
          <a:xfrm>
            <a:off x="7498080" y="2724912"/>
            <a:ext cx="164592" cy="16459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6" name="Text 11"/>
          <p:cNvSpPr/>
          <p:nvPr/>
        </p:nvSpPr>
        <p:spPr>
          <a:xfrm>
            <a:off x="7772400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flags · 67/100 High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777240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Milk, Soybeans, Sucralose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26948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19" name="Shape 14"/>
          <p:cNvSpPr/>
          <p:nvPr/>
        </p:nvSpPr>
        <p:spPr>
          <a:xfrm>
            <a:off x="776097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0" name="Shape 15"/>
          <p:cNvSpPr/>
          <p:nvPr/>
        </p:nvSpPr>
        <p:spPr>
          <a:xfrm>
            <a:off x="825246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1" name="Shape 16"/>
          <p:cNvSpPr/>
          <p:nvPr/>
        </p:nvSpPr>
        <p:spPr>
          <a:xfrm>
            <a:off x="874395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2" name="Shape 17"/>
          <p:cNvSpPr/>
          <p:nvPr/>
        </p:nvSpPr>
        <p:spPr>
          <a:xfrm>
            <a:off x="923544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3" name="Shape 18"/>
          <p:cNvSpPr/>
          <p:nvPr/>
        </p:nvSpPr>
        <p:spPr>
          <a:xfrm>
            <a:off x="972693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4" name="Shape 19"/>
          <p:cNvSpPr/>
          <p:nvPr/>
        </p:nvSpPr>
        <p:spPr>
          <a:xfrm>
            <a:off x="1021842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5" name="Shape 20"/>
          <p:cNvSpPr/>
          <p:nvPr/>
        </p:nvSpPr>
        <p:spPr>
          <a:xfrm>
            <a:off x="1070991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6" name="Shape 21"/>
          <p:cNvSpPr/>
          <p:nvPr/>
        </p:nvSpPr>
        <p:spPr>
          <a:xfrm>
            <a:off x="726948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097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8" name="Shape 23"/>
          <p:cNvSpPr/>
          <p:nvPr/>
        </p:nvSpPr>
        <p:spPr>
          <a:xfrm>
            <a:off x="825246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9" name="Shape 24"/>
          <p:cNvSpPr/>
          <p:nvPr/>
        </p:nvSpPr>
        <p:spPr>
          <a:xfrm>
            <a:off x="874395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0" name="Shape 25"/>
          <p:cNvSpPr/>
          <p:nvPr/>
        </p:nvSpPr>
        <p:spPr>
          <a:xfrm>
            <a:off x="923544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1" name="Shape 26"/>
          <p:cNvSpPr/>
          <p:nvPr/>
        </p:nvSpPr>
        <p:spPr>
          <a:xfrm>
            <a:off x="972693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2" name="Shape 27"/>
          <p:cNvSpPr/>
          <p:nvPr/>
        </p:nvSpPr>
        <p:spPr>
          <a:xfrm>
            <a:off x="1021842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3" name="Shape 28"/>
          <p:cNvSpPr/>
          <p:nvPr/>
        </p:nvSpPr>
        <p:spPr>
          <a:xfrm>
            <a:off x="1070991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4" name="Shape 29"/>
          <p:cNvSpPr/>
          <p:nvPr/>
        </p:nvSpPr>
        <p:spPr>
          <a:xfrm>
            <a:off x="726948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5" name="Shape 30"/>
          <p:cNvSpPr/>
          <p:nvPr/>
        </p:nvSpPr>
        <p:spPr>
          <a:xfrm>
            <a:off x="776097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6" name="Shape 31"/>
          <p:cNvSpPr/>
          <p:nvPr/>
        </p:nvSpPr>
        <p:spPr>
          <a:xfrm>
            <a:off x="825246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7" name="Shape 32"/>
          <p:cNvSpPr/>
          <p:nvPr/>
        </p:nvSpPr>
        <p:spPr>
          <a:xfrm>
            <a:off x="874395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8" name="Shape 33"/>
          <p:cNvSpPr/>
          <p:nvPr/>
        </p:nvSpPr>
        <p:spPr>
          <a:xfrm>
            <a:off x="923544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9" name="Shape 34"/>
          <p:cNvSpPr/>
          <p:nvPr/>
        </p:nvSpPr>
        <p:spPr>
          <a:xfrm>
            <a:off x="972693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0" name="Shape 35"/>
          <p:cNvSpPr/>
          <p:nvPr/>
        </p:nvSpPr>
        <p:spPr>
          <a:xfrm>
            <a:off x="1021842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1" name="Shape 36"/>
          <p:cNvSpPr/>
          <p:nvPr/>
        </p:nvSpPr>
        <p:spPr>
          <a:xfrm>
            <a:off x="1070991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2" name="Text 37"/>
          <p:cNvSpPr/>
          <p:nvPr/>
        </p:nvSpPr>
        <p:spPr>
          <a:xfrm>
            <a:off x="7269480" y="2084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 bar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EXPLORED · BARCODE SCANNING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barcode scanning — but couldn't get it working end-to-end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EAF3F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camera scanning (built)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BarcodeDetector API wired up with a manual-entry fallback — but never verified against a real camera.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EAF3F6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cascade (built)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Food Facts → USDA FoodData Central → AI web-search fallback — logic works when called directly.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FBEAEA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before real use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access needs HTTPS; our API only ran on localhost. Nothing a phone can actually reach today.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5120640" cy="1554480"/>
          </a:xfrm>
          <a:prstGeom prst="roundRect">
            <a:avLst>
              <a:gd name="adj" fmla="val 4118"/>
            </a:avLst>
          </a:prstGeom>
          <a:solidFill>
            <a:srgbClr val="FBEA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5840" y="4709160"/>
            <a:ext cx="640080" cy="640080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15" name="Image 0" descr="icon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4798771"/>
            <a:ext cx="460858" cy="46085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874520" y="44714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access blocked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874520" y="487375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only grants camera permission in a secure context (HTTPS or localhost). Opening the raw file on an iPhone (file://) never even asks for camera access.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17920" y="4251960"/>
            <a:ext cx="5120640" cy="1554480"/>
          </a:xfrm>
          <a:prstGeom prst="roundRect">
            <a:avLst>
              <a:gd name="adj" fmla="val 4118"/>
            </a:avLst>
          </a:prstGeom>
          <a:solidFill>
            <a:srgbClr val="FBEAEA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2240" y="4709160"/>
            <a:ext cx="640080" cy="640080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20" name="Image 1" descr="icon-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4798771"/>
            <a:ext cx="460858" cy="46085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60920" y="44714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unreachable from your phone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7360920" y="487375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only ran on a local dev server. Without deploying it somewhere persistent, there's no address your iPhone can actually call day-to-day.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Coverage, by the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ingredients tracked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(banned, allergen, concern,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secret GRAS)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29768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products &amp; flavors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real ingredient lists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638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86384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tiers, matching FDA /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FSIS / EWG classifications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164592" cy="164592"/>
          </a:xfrm>
          <a:prstGeom prst="ellipse">
            <a:avLst/>
          </a:prstGeom>
          <a:solidFill>
            <a:srgbClr val="E24B4A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14600" y="4617720"/>
            <a:ext cx="164592" cy="16459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3" name="Text 11"/>
          <p:cNvSpPr/>
          <p:nvPr/>
        </p:nvSpPr>
        <p:spPr>
          <a:xfrm>
            <a:off x="277063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4617720"/>
            <a:ext cx="164592" cy="164592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4617720"/>
            <a:ext cx="164592" cy="164592"/>
          </a:xfrm>
          <a:prstGeom prst="ellipse">
            <a:avLst/>
          </a:prstGeom>
          <a:solidFill>
            <a:srgbClr val="378ADD"/>
          </a:solidFill>
          <a:ln/>
        </p:spPr>
      </p:sp>
      <p:sp>
        <p:nvSpPr>
          <p:cNvPr id="17" name="Text 15"/>
          <p:cNvSpPr/>
          <p:nvPr/>
        </p:nvSpPr>
        <p:spPr>
          <a:xfrm>
            <a:off x="633679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4617720"/>
            <a:ext cx="164592" cy="164592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19" name="Text 17"/>
          <p:cNvSpPr/>
          <p:nvPr/>
        </p:nvSpPr>
        <p:spPr>
          <a:xfrm>
            <a:off x="811987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GRAS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46920" y="4617720"/>
            <a:ext cx="164592" cy="164592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21" name="Text 19"/>
          <p:cNvSpPr/>
          <p:nvPr/>
        </p:nvSpPr>
        <p:spPr>
          <a:xfrm>
            <a:off x="990295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52120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2405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Gatorade Fruit Punch </a:t>
            </a:r>
            <a:pPr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Gatorade Zero</a:t>
            </a:r>
            <a:pPr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dye and sweetener are mapped per flavor, not just per brand.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friction, worked through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66928" cy="566928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5" name="Image 0" descr="icon-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0" y="241109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22951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zero-database bug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27048" y="26243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bundled ingredients.json had a schema mismatch — the app was quietly running with zero ingredients loaded and no error shown. Root-caused by compiling the matching logic standalone and testing it directly against the actual bundled file.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7033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icon-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0" y="378269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36667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Multi-target iOS setup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27048" y="39959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Groups, per-target file membership, and Info.plist entitlements all had to be wired by hand across two build targets (container app + keyboard extension) in Xcode.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5074920"/>
            <a:ext cx="566928" cy="566928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13" name="Image 2" descr="icon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0" y="51542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50383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Real-device provisioning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7048" y="53675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vs. destination mixups, trust dialogs, and first-run code-signing friction before the extension could run on a physical iPhone.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EXPLORED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tried before landing on the keyboard extension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6070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Chrome extension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Works only for MacrosFirst's web app — not the native iOS app most people use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Camera interception inside MacrosFirst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Not possible — iOS sandboxes apps from each other. Would require jailbreaking and hooking a third-party binary. Ruled out.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Siri Shortcuts “Barcode Scan” action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Built and tested live — confirmed it's a one-way launch into MacrosFirst's own screen, with no data handed back to intercept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MacrosFirst partner API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Real and exists — requires direct approval from MacrosFirst. Open path for a future “warn after logging” flow.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verified system — with a clear map of 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C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6" name="Image 0" descr="ico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2647005"/>
            <a:ext cx="210678" cy="2106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5420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extension verified live on a real iPhone inside MacrosFirst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9" name="Image 1" descr="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5" y="3305373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barcode-lookup logic verified against real Open Food Facts data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31520" y="3922776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12" name="Image 2" descr="ico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963741"/>
            <a:ext cx="210678" cy="21067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8587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186-product database with brand- and flavor-level accuracy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31520" y="4581144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15" name="Image 3" descr="icon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485" y="4622109"/>
            <a:ext cx="210678" cy="21067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43000" y="45171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Root-caused and fixed a critical silent-failure bug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40080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400800" y="2606040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9" name="Image 4" descr="icon-magi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765" y="2647005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12280" y="25420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Mobile PWA with real camera barcode scanning on-device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0" y="3264408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2" name="Image 5" descr="icon-ma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765" y="3305373"/>
            <a:ext cx="210678" cy="21067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81228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backend beyond localhost so a phone can reach it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6400800" y="3922776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5" name="Image 6" descr="icon-magi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765" y="3963741"/>
            <a:ext cx="210678" cy="21067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812280" y="38587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 MacrosFirst partner API access for after-the-fact log alerts</a:t>
            </a:r>
            <a:endParaRPr lang="en-US" sz="1250" dirty="0"/>
          </a:p>
        </p:txBody>
      </p:sp>
      <p:sp>
        <p:nvSpPr>
          <p:cNvPr id="27" name="Shape 18"/>
          <p:cNvSpPr/>
          <p:nvPr/>
        </p:nvSpPr>
        <p:spPr>
          <a:xfrm>
            <a:off x="6400800" y="4581144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8" name="Image 7" descr="icon-magi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765" y="4622109"/>
            <a:ext cx="210678" cy="21067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6812280" y="45171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expanding flavor-level product coverage</a:t>
            </a:r>
            <a:endParaRPr lang="en-US" sz="1250" dirty="0"/>
          </a:p>
        </p:txBody>
      </p:sp>
      <p:sp>
        <p:nvSpPr>
          <p:cNvPr id="30" name="Text 20"/>
          <p:cNvSpPr/>
          <p:nvPr/>
        </p:nvSpPr>
        <p:spPr>
          <a:xfrm>
            <a:off x="731520" y="5989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IngredientIQ — Team Demo</dc:title>
  <dc:subject>PptxGenJS Presentation</dc:subject>
  <dc:creator>IngredientIQ</dc:creator>
  <cp:lastModifiedBy>IngredientIQ</cp:lastModifiedBy>
  <cp:revision>1</cp:revision>
  <dcterms:created xsi:type="dcterms:W3CDTF">2026-07-10T18:11:55Z</dcterms:created>
  <dcterms:modified xsi:type="dcterms:W3CDTF">2026-07-10T18:11:55Z</dcterms:modified>
</cp:coreProperties>
</file>